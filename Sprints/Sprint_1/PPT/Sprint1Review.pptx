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6" r:id="rId8"/>
    <p:sldId id="261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1D453-0117-B21C-AD52-C4F0A814E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55E6C-40D0-02EE-0BC9-40D9122A9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ECF5A-9103-6B71-7275-2DD1BF809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C6EBA-C51F-4D3C-49FC-A3C658FD6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AAFF0-4945-420B-2B4C-B4BE262CE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2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7FC78-7BB9-199A-E4B5-1C9F0FF2F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0F757-C6B5-0A5A-DB33-6D0A91CC7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F0690-8A21-864D-A44B-A1ABA5113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B5B39-2DFB-F833-A38E-CBFE26B49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DC489-D2AA-9992-DE85-DF0F80893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37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725D6-EA4D-2EA8-D3AB-B41569F27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7D16C-1DA1-0D8D-E676-32277E8EA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29D6E-07F8-ACEF-34FD-2DE05ECC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13040-FAF2-AE39-ACAE-981408E7C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B5756-5572-5E86-EC64-DFC4EA161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03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1EAAB-3EFF-3D1C-E90F-15773587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D139-62C2-3B6D-3F07-E5EA149AA7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62025-9A7F-500E-2206-401A2A505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5C34A-7339-6E10-6C40-C84470331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12798-97E3-B334-2D8E-254C2C65C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F2F7E-520A-0808-A3F4-B26987E4A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0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FF699-391E-BA1D-99D5-905D532C7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67A36-601C-E296-D95B-2434E800C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0655F2-05C0-9E80-7262-5A8AD347F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F06381-A733-4D8C-508F-2F646AF42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0B658-0292-1204-4233-6DD1613F3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11CDB6-7541-AFB5-C69B-3678B4ADC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C16D5D-6E1C-6A00-7101-0076C4FEA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D533F3-8936-D017-B408-D5E44766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62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DA462-619C-A7DD-C10A-9949A17FC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E143C3-593B-6098-6B4E-241D8DFF9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493EFA-A804-42A1-EC42-4347E59D8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FE83B-3229-B4FD-33FB-102E4883F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69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34AAAE-9CBB-F2BE-14D7-984F8DAAD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A7885-FC0A-C935-D787-494737C3E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8EECD-6E9D-3684-CE08-3076D153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51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00066-3471-1645-FFB6-0BEF476F7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D3019-46A5-D945-DF37-EAD5FEFCA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679AC-3D38-0A59-1928-A26690AAD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5141D-08AA-9647-78B9-BC8996700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DBFCC-A279-6026-B5E1-7D73E294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8D4FA-22A5-4AAD-5940-F46396BBD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893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12D38-470A-AEA8-E97F-79180EA7D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8A750A-75FD-785F-14D0-9F3D7DD1E1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2330D-6D59-0E62-5DCA-9DB0D0143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E4572-E9DB-DCE6-B933-221CFB894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22CC2-DDE8-0927-926D-56BA32C5C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46892-AC75-16CA-AD0C-F5764B5C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1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4784C-086E-D861-440E-E80463FAC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09DFD7-E233-1918-A255-E3A8EC62F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D8158-9D10-AB16-A4D9-883639D8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23FF7-0BC3-555C-470F-0C3EF9893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4BEB0-AF1F-897A-5C39-AA5334CA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04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430D93-7578-8383-3FDB-0FCB2E6292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7EE5C-E935-388D-ECA2-741C916EA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CA927-53A6-898B-DF33-D08DC6349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4A31-6E2D-4874-9A40-1AD120C7396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CADD6-391A-3B44-A7F8-4D493CEB4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439CE-7083-4700-54AF-666E372CA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96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09275F-A5AB-4448-13EF-10101D39C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0796E-9521-24C6-FE1B-A243CDDFA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5B8F3-65EC-DAFA-0BE4-AF22C376F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74A31-6E2D-4874-9A40-1AD120C7396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6A207-1188-3B9F-BF41-30AD033C3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26A13-8685-8ED8-CBA2-A809B94ED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6A65F-7865-48F3-833A-45BCC8F29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2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C3A68-3AC7-CF47-6D31-1BCD4C9A60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Seeing Ancient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C24F6-3BCC-8139-364C-20557330F6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Keagen Chapman</a:t>
            </a:r>
          </a:p>
          <a:p>
            <a:r>
              <a:rPr lang="en-US" dirty="0"/>
              <a:t>Asaf Kedar</a:t>
            </a:r>
          </a:p>
        </p:txBody>
      </p:sp>
    </p:spTree>
    <p:extLst>
      <p:ext uri="{BB962C8B-B14F-4D97-AF65-F5344CB8AC3E}">
        <p14:creationId xmlns:p14="http://schemas.microsoft.com/office/powerpoint/2010/main" val="3029557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6B1C-4423-1B0F-6DB2-CA95EB65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1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8A719-85A3-DF3E-86F2-BCF3F6926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Project Objectives</a:t>
            </a:r>
          </a:p>
          <a:p>
            <a:r>
              <a:rPr lang="en-US" dirty="0"/>
              <a:t>Create Documentation</a:t>
            </a:r>
          </a:p>
          <a:p>
            <a:r>
              <a:rPr lang="en-US" dirty="0"/>
              <a:t>Clear Documentation with client</a:t>
            </a:r>
          </a:p>
          <a:p>
            <a:r>
              <a:rPr lang="en-US" dirty="0"/>
              <a:t>Create Proof of Concept</a:t>
            </a:r>
          </a:p>
        </p:txBody>
      </p:sp>
    </p:spTree>
    <p:extLst>
      <p:ext uri="{BB962C8B-B14F-4D97-AF65-F5344CB8AC3E}">
        <p14:creationId xmlns:p14="http://schemas.microsoft.com/office/powerpoint/2010/main" val="3523842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AA54B-93CB-25A5-6731-A01F216A4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Gathering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9F767-0E37-7338-10A4-DDF0298A1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Meet and discuss week’s work with client</a:t>
            </a:r>
          </a:p>
          <a:p>
            <a:r>
              <a:rPr lang="en-US" dirty="0"/>
              <a:t>4 meetings</a:t>
            </a:r>
          </a:p>
          <a:p>
            <a:r>
              <a:rPr lang="en-US" dirty="0"/>
              <a:t>Web Database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515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7CBF2-7059-F019-917C-4B11FB7A2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744CE-1239-2CF4-3AB1-F963BB273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User Role: Administrator  Upload &amp; Manual Entry "As an administrator, I want to upload image files and manually input their associated metadata (description, location, date, etc.), so that I can build the database with high-quality, vetted information." </a:t>
            </a:r>
            <a:endParaRPr lang="en-US" b="0" i="0" dirty="0">
              <a:effectLst/>
            </a:endParaRPr>
          </a:p>
          <a:p>
            <a:pPr fontAlgn="base"/>
            <a:r>
              <a:rPr lang="en-US" dirty="0"/>
              <a:t>User Role: Academic Researcher / Student (Public User) Search by Metadata" As a researcher, I want to search the database by specific fields (e.g., date, find-spot, object type, material), so that I can find artifacts relevant to my specific area of study."  </a:t>
            </a:r>
            <a:endParaRPr lang="en-US" b="0" i="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196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181C3-99CC-D5D8-6E47-12F95AD01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B5E07B-A602-3BB6-1D54-96F3F3E17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574" y="1687690"/>
            <a:ext cx="3670314" cy="40874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AE5413-90C5-1BFC-FF3A-98044A01D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264" y="1687690"/>
            <a:ext cx="3658735" cy="4087468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D8298CE-487E-EA15-A602-C7816E3911B2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433631" y="-157956"/>
            <a:ext cx="187751" cy="31591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EBA0AA-4704-8988-40AD-1AFE0D257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647651"/>
            <a:ext cx="3975234" cy="32211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A784AC-3070-D2F0-108F-EEE1CFF7F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875869"/>
            <a:ext cx="3932611" cy="198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003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F9EF6-182E-2E24-AD01-BC4B6450D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Existing systems or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95287-094A-FD3B-E0D2-813EE294D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50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21511-C1E9-5392-34BB-979AC9F47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 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56D02B-0A7F-7B45-40BD-B1AF4A343D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6438" y="1825625"/>
            <a:ext cx="82991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12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E2CD1-C08A-BBC7-D590-73C208958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Achievements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30F0C-D298-077B-EAAA-46C2287D5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Filter Strength</a:t>
            </a:r>
          </a:p>
        </p:txBody>
      </p:sp>
    </p:spTree>
    <p:extLst>
      <p:ext uri="{BB962C8B-B14F-4D97-AF65-F5344CB8AC3E}">
        <p14:creationId xmlns:p14="http://schemas.microsoft.com/office/powerpoint/2010/main" val="2151998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D4CAC-28D6-DD8B-CDEE-DCF02ADBC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23CA4-8718-8BD3-1803-4BA95A5A3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Adapt schema of source data to our database’s schema</a:t>
            </a:r>
          </a:p>
          <a:p>
            <a:r>
              <a:rPr lang="en-US" dirty="0"/>
              <a:t>Adapt documentation to Diagrams</a:t>
            </a:r>
          </a:p>
          <a:p>
            <a:r>
              <a:rPr lang="en-US" dirty="0"/>
              <a:t>Test programs</a:t>
            </a:r>
          </a:p>
        </p:txBody>
      </p:sp>
    </p:spTree>
    <p:extLst>
      <p:ext uri="{BB962C8B-B14F-4D97-AF65-F5344CB8AC3E}">
        <p14:creationId xmlns:p14="http://schemas.microsoft.com/office/powerpoint/2010/main" val="619804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20B97-CEE4-4459-BA49-3746DC882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0D91B-B10A-D810-DD47-78F1645A7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to Minimum viable product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231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C12B3-D672-44BE-F5EF-E0A10FC4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17F96-4A18-7A70-2B00-9492DA16C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 Hallie Meredith</a:t>
            </a:r>
          </a:p>
        </p:txBody>
      </p:sp>
    </p:spTree>
    <p:extLst>
      <p:ext uri="{BB962C8B-B14F-4D97-AF65-F5344CB8AC3E}">
        <p14:creationId xmlns:p14="http://schemas.microsoft.com/office/powerpoint/2010/main" val="1537694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183</Words>
  <Application>Microsoft Office PowerPoint</Application>
  <PresentationFormat>Widescreen</PresentationFormat>
  <Paragraphs>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Seeing Ancient Work</vt:lpstr>
      <vt:lpstr>Sprint 1 Objectives</vt:lpstr>
      <vt:lpstr>Gathering Requirements</vt:lpstr>
      <vt:lpstr>User Stories</vt:lpstr>
      <vt:lpstr>Diagrams</vt:lpstr>
      <vt:lpstr>No Existing systems or Platforms</vt:lpstr>
      <vt:lpstr>Kanban Board</vt:lpstr>
      <vt:lpstr>Achievements and Challenges</vt:lpstr>
      <vt:lpstr>AI Use</vt:lpstr>
      <vt:lpstr>Next Steps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Keagen Chapman</dc:creator>
  <cp:lastModifiedBy>Keagen Chapman</cp:lastModifiedBy>
  <cp:revision>1</cp:revision>
  <dcterms:created xsi:type="dcterms:W3CDTF">2026-02-23T00:43:31Z</dcterms:created>
  <dcterms:modified xsi:type="dcterms:W3CDTF">2026-02-23T02:16:36Z</dcterms:modified>
</cp:coreProperties>
</file>